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778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MedGuardian AI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Code Review  —  Architecture, Consumers &amp; AI Touchpoints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868680" cy="868680"/>
          </a:xfrm>
          <a:prstGeom prst="ellipse">
            <a:avLst/>
          </a:prstGeom>
          <a:solidFill>
            <a:srgbClr val="0E2B63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5650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4709160"/>
            <a:ext cx="868680" cy="868680"/>
          </a:xfrm>
          <a:prstGeom prst="ellipse">
            <a:avLst/>
          </a:prstGeom>
          <a:solidFill>
            <a:srgbClr val="0A53BE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71800" y="4709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5650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4709160"/>
            <a:ext cx="868680" cy="868680"/>
          </a:xfrm>
          <a:prstGeom prst="ellipse">
            <a:avLst/>
          </a:prstGeom>
          <a:solidFill>
            <a:srgbClr val="0E2B63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20640" y="4709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5650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4709160"/>
            <a:ext cx="868680" cy="868680"/>
          </a:xfrm>
          <a:prstGeom prst="ellipse">
            <a:avLst/>
          </a:prstGeom>
          <a:solidFill>
            <a:srgbClr val="0E2B63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69480" y="4709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5650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18320" y="4709160"/>
            <a:ext cx="868680" cy="868680"/>
          </a:xfrm>
          <a:prstGeom prst="ellipse">
            <a:avLst/>
          </a:prstGeom>
          <a:solidFill>
            <a:srgbClr val="0A53BE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418320" y="4709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98280" y="56509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Course MVP prototype, illustrative dataset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Reusability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Three-file separation keeps the AI layer and data layer swappable without touching the 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app.py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navigation, Sandoz-blue theme (344 lines)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ai_engine.py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735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AI layer: live Claude API + rule-based fallback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3F7FD"/>
          </a:solidFill>
          <a:ln w="12700">
            <a:solidFill>
              <a:srgbClr val="94BF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mock_data.py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5537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Medications, interactions, KPI &amp; PM demo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2468880"/>
            <a:ext cx="0" cy="365760"/>
          </a:xfrm>
          <a:prstGeom prst="line">
            <a:avLst/>
          </a:prstGeom>
          <a:noFill/>
          <a:ln w="25400">
            <a:solidFill>
              <a:srgbClr val="0A53B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194560" y="3749040"/>
            <a:ext cx="0" cy="365760"/>
          </a:xfrm>
          <a:prstGeom prst="line">
            <a:avLst/>
          </a:prstGeom>
          <a:noFill/>
          <a:ln w="25400">
            <a:solidFill>
              <a:srgbClr val="0A53B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51960" y="1554480"/>
            <a:ext cx="7360920" cy="2560320"/>
          </a:xfrm>
          <a:prstGeom prst="roundRect">
            <a:avLst>
              <a:gd name="adj" fmla="val 1616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0" y="1783080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Reusability rating:  MEDIUM–HIGH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0" y="2423160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AI layer  —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get_copilot_reply() and generate_pm_summary() both try the live Anthropic API first and fall back to deterministic rules — this pattern can be lifted into any other Sandoz product needing a demoable-offline AI feature.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337560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boundary  —  </a:t>
            </a: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mock_data.py is the only file that would need to change to plug in real DrugBank / RxNorm / openFDA data — UI and AI layer are untouched.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0" y="4251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Code review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the Consumer?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users touch this MVP — each sees a different page set and a different role for the 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97380" y="1920240"/>
            <a:ext cx="822960" cy="82296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973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Asha Rao, 62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7490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• AI Copilot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her own medication list, checks new-drug interactions, and chats directly with the AI copilot in plain language.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673852" y="1920240"/>
            <a:ext cx="822960" cy="82296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73852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25112" y="2926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25112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37490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45152" y="374904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43434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approver. Every moderate/high-risk AI flag sits in their queue until they approve or dismiss it — the AI never auto-releases a risky alert.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01584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450324" y="1920240"/>
            <a:ext cx="822960" cy="82296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450324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01584" y="2926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/ Stakeholder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01584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21624" y="37490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21624" y="374904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• PM Artifacts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21624" y="434340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live KPI status and generates one-click AI status narratives from the roadmap, risk register, and backlog for stakeholder updates.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Code review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Lives in the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touches the AI/rules layer differently — only two pages call the LLM directly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789920" cy="39502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touchpoint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 Patient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check_interactions() flags risk when a new med is 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rules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💬  AI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get_copilot_reply() answers patient questions conversationally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Claude API → rule-based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🧑‍⚕️  Pharmacist Review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Consumes AI-flagged alerts for human approve/dismiss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override of AI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 KPI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adherence, alert, and review-turnaround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snapshot (no live AI call)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🗂️  AI PM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generate_pm_summary() narrates roadmap / risk / 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Claude API → rule-based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LLM paths run through the same interaction-safety check, so switching between simulated and live AI never skips pharmacist review for moderate/high-risk alerts.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Code review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AI Actually Helps With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jobs — all designed to assist a human decision, never replace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interaction risk in plain language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interaction-engine's hit (e.g. warfarin + ibuprofen) into a plain-language explanation the patient can actually understand, tagged low/moderate/high.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8562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adherence &amp; medication questions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copilot handles “Is it safe to take X with my meds?” and missed-dose questions and always offers to route to a pharmacist.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336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Triages alerts before a human decides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Moderate/high-risk flags are pre-sorted into the pharmacist's queue with severity and explanation attached — cuts manual scanning, but the AI never auto-approves a release to the patient.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7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2336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PM data into stakeholder narratives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37960" y="493776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converts the structured roadmap, risk register, or backlog into a decision-useful status update — saves a PM from writing it by hand every cycle.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Code review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Points Before This Goes Further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from the code review — highest-risk gaps first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mock_data.py with real DrugBank / RxNorm / openFDA calls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hardcoded interaction pairs today — illustrative, not clinically usable.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5087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persistence layer (database, not session_state)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20116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log, review queue, and chat history all vanish on browser refresh.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&amp; access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6118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exists; the pharmacist queue and patient data are open to anyone with the URL.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31089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coverage on check_interactions() or the live-LLM/rule-based fallback branch — the exact logic patient safety depends 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7091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AI prompts &amp; config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2120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are hardcoded strings in ai_engine.py; move to config so they can be tuned without a redeploy.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7548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636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47091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LLM error handling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52120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_call_llm() uses a bare except and fails silently to the rule-based path — fine for a demo, but production needs logging/alerting on that fallback.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Code review — for classroom / MVP demo use only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858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RAMANAN A T .</cp:lastModifiedBy>
  <cp:revision>2</cp:revision>
  <dcterms:created xsi:type="dcterms:W3CDTF">2026-08-16T11:06:03Z</dcterms:created>
  <dcterms:modified xsi:type="dcterms:W3CDTF">2026-08-16T11:14:05Z</dcterms:modified>
</cp:coreProperties>
</file>